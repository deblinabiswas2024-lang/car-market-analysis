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D9D9D9"/>
  </p:clrMru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customXml" Target="../customXml/item1.xml"/><Relationship Id="rId17" Type="http://schemas.openxmlformats.org/officeDocument/2006/relationships/customXmlProps" Target="../customXml/itemProps1.xml"/><Relationship Id="rId18" Type="http://schemas.openxmlformats.org/officeDocument/2006/relationships/theme" Target="theme/theme1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US"/>
          </a:p>
        </p:txBody>
      </p:sp>
      <p:sp>
        <p:nvSpPr>
          <p:cNvPr id="1048778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8/28/2026</a:t>
            </a:fld>
            <a:endParaRPr dirty="0" lang="en-US"/>
          </a:p>
        </p:txBody>
      </p:sp>
      <p:sp>
        <p:nvSpPr>
          <p:cNvPr id="1048779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US"/>
          </a:p>
        </p:txBody>
      </p:sp>
      <p:sp>
        <p:nvSpPr>
          <p:cNvPr id="1048780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US" noProof="0"/>
          </a:p>
        </p:txBody>
      </p:sp>
      <p:sp>
        <p:nvSpPr>
          <p:cNvPr id="1048772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8/28/2026</a:t>
            </a:fld>
            <a:endParaRPr dirty="0" lang="en-US" noProof="0"/>
          </a:p>
        </p:txBody>
      </p:sp>
      <p:sp>
        <p:nvSpPr>
          <p:cNvPr id="1048773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dirty="0" lang="en-US" noProof="0"/>
          </a:p>
        </p:txBody>
      </p:sp>
      <p:sp>
        <p:nvSpPr>
          <p:cNvPr id="104877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77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US" noProof="0"/>
          </a:p>
        </p:txBody>
      </p:sp>
      <p:sp>
        <p:nvSpPr>
          <p:cNvPr id="104877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dirty="0" lang="en-US" noProof="0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51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8530193B-564F-4854-8A52-728F3FB19C85}" type="slidenum">
              <a:rPr lang="en-US" noProof="0" smtClean="0"/>
              <a:t>5</a:t>
            </a:fld>
            <a:endParaRPr dirty="0" lang="en-US" noProof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Title Slide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048669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ah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3145730" name="Straight Connector 18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1" name="Straight Connector 19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670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71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72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73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74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75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76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48677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8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algn="r" indent="0" marL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6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61BEF0D-F0BB-DE4B-95CE-6DB70DBA9567}" type="datetimeFigureOut">
              <a:rPr lang="en-US" smtClean="0"/>
              <a:t>8/28/2026</a:t>
            </a:fld>
            <a:endParaRPr dirty="0" lang="en-US"/>
          </a:p>
        </p:txBody>
      </p:sp>
      <p:sp>
        <p:nvSpPr>
          <p:cNvPr id="10486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217C01CDF56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3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4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61BEF0D-F0BB-DE4B-95CE-6DB70DBA9567}" type="datetimeFigureOut">
              <a:rPr lang="en-US" smtClean="0"/>
              <a:t>8/28/2026</a:t>
            </a:fld>
            <a:endParaRPr dirty="0" lang="en-US"/>
          </a:p>
        </p:txBody>
      </p:sp>
      <p:sp>
        <p:nvSpPr>
          <p:cNvPr id="104874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217C01CDF56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b="0" cap="none" sz="4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18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algn="l" indent="0" marL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61BEF0D-F0BB-DE4B-95CE-6DB70DBA9567}" type="datetimeFigureOut">
              <a:rPr lang="en-US" smtClean="0"/>
              <a:t>8/28/2026</a:t>
            </a:fld>
            <a:endParaRPr dirty="0" lang="en-US"/>
          </a:p>
        </p:txBody>
      </p:sp>
      <p:sp>
        <p:nvSpPr>
          <p:cNvPr id="10487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217C01CDF56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49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50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5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B712588-04B1-427B-82EE-E8DB90309F08}" type="datetimeFigureOut">
              <a:rPr lang="en-US" smtClean="0"/>
              <a:t>8/28/2026</a:t>
            </a:fld>
            <a:endParaRPr dirty="0" lang="en-US"/>
          </a:p>
        </p:txBody>
      </p:sp>
      <p:sp>
        <p:nvSpPr>
          <p:cNvPr id="104875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5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F9F0C5-380F-41C2-899A-BAC0F0927E16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2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2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2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61BEF0D-F0BB-DE4B-95CE-6DB70DBA9567}" type="datetimeFigureOut">
              <a:rPr lang="en-US" smtClean="0"/>
              <a:t>8/28/2026</a:t>
            </a:fld>
            <a:endParaRPr dirty="0" lang="en-US"/>
          </a:p>
        </p:txBody>
      </p:sp>
      <p:sp>
        <p:nvSpPr>
          <p:cNvPr id="104872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2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217C01CDF56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61BEF0D-F0BB-DE4B-95CE-6DB70DBA9567}" type="datetimeFigureOut">
              <a:rPr lang="en-US" smtClean="0"/>
              <a:t>8/28/2026</a:t>
            </a:fld>
            <a:endParaRPr dirty="0" lang="en-US"/>
          </a:p>
        </p:txBody>
      </p:sp>
      <p:sp>
        <p:nvSpPr>
          <p:cNvPr id="104868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8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217C01CDF56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61BEF0D-F0BB-DE4B-95CE-6DB70DBA9567}" type="datetimeFigureOut">
              <a:rPr lang="en-US" smtClean="0"/>
              <a:t>8/28/2026</a:t>
            </a:fld>
            <a:endParaRPr dirty="0" lang="en-US"/>
          </a:p>
        </p:txBody>
      </p:sp>
      <p:sp>
        <p:nvSpPr>
          <p:cNvPr id="104873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3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217C01CDF56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0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61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62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indent="0" marL="0">
              <a:buNone/>
              <a:defRPr sz="1400"/>
            </a:lvl1pPr>
            <a:lvl2pPr indent="0" marL="457063">
              <a:buNone/>
              <a:defRPr sz="1400"/>
            </a:lvl2pPr>
            <a:lvl3pPr indent="0" marL="914126">
              <a:buNone/>
              <a:defRPr sz="1200"/>
            </a:lvl3pPr>
            <a:lvl4pPr indent="0" marL="1371189">
              <a:buNone/>
              <a:defRPr sz="1000"/>
            </a:lvl4pPr>
            <a:lvl5pPr indent="0" marL="1828251">
              <a:buNone/>
              <a:defRPr sz="1000"/>
            </a:lvl5pPr>
            <a:lvl6pPr indent="0" marL="2285314">
              <a:buNone/>
              <a:defRPr sz="1000"/>
            </a:lvl6pPr>
            <a:lvl7pPr indent="0" marL="2742377">
              <a:buNone/>
              <a:defRPr sz="1000"/>
            </a:lvl7pPr>
            <a:lvl8pPr indent="0" marL="3199440">
              <a:buNone/>
              <a:defRPr sz="1000"/>
            </a:lvl8pPr>
            <a:lvl9pPr indent="0" marL="3656503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2A54C80-263E-416B-A8E0-580EDEADCBDC}" type="datetimeFigureOut">
              <a:rPr lang="en-US" smtClean="0"/>
              <a:t>8/28/2026</a:t>
            </a:fld>
            <a:endParaRPr dirty="0" lang="en-US"/>
          </a:p>
        </p:txBody>
      </p:sp>
      <p:sp>
        <p:nvSpPr>
          <p:cNvPr id="104876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6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19954A3-9DFD-4C44-94BA-B95130A3BA1C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b="0" sz="2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07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708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indent="0" marL="0">
              <a:buNone/>
              <a:defRPr sz="12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217C01CDF565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10487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61BEF0D-F0BB-DE4B-95CE-6DB70DBA9567}" type="datetimeFigureOut">
              <a:rPr lang="en-US" smtClean="0"/>
              <a:t>8/28/2026</a:t>
            </a:fld>
            <a:endParaRPr dirty="0" lang="en-US"/>
          </a:p>
        </p:txBody>
      </p:sp>
    </p:spTree>
  </p:cSld>
  <p:clrMapOvr>
    <a:masterClrMapping/>
  </p:clrMapOvr>
  <p:hf dt="0" ftr="0" hdr="0" sldNum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44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61BEF0D-F0BB-DE4B-95CE-6DB70DBA9567}" type="datetimeFigureOut">
              <a:rPr lang="en-US" smtClean="0"/>
              <a:t>8/28/2026</a:t>
            </a:fld>
            <a:endParaRPr dirty="0" lang="en-US"/>
          </a:p>
        </p:txBody>
      </p:sp>
      <p:sp>
        <p:nvSpPr>
          <p:cNvPr id="104874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4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217C01CDF56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95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indent="0" marL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6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61BEF0D-F0BB-DE4B-95CE-6DB70DBA9567}" type="datetimeFigureOut">
              <a:rPr lang="en-US" smtClean="0"/>
              <a:t>8/28/2026</a:t>
            </a:fld>
            <a:endParaRPr dirty="0" lang="en-US"/>
          </a:p>
        </p:txBody>
      </p:sp>
      <p:sp>
        <p:nvSpPr>
          <p:cNvPr id="104869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217C01CDF565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1048700" name="TextBox 23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701" name="TextBox 24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p:hf dt="0" ftr="0" hdr="0" sldNum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34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61BEF0D-F0BB-DE4B-95CE-6DB70DBA9567}" type="datetimeFigureOut">
              <a:rPr lang="en-US" smtClean="0"/>
              <a:t>8/28/2026</a:t>
            </a:fld>
            <a:endParaRPr dirty="0" lang="en-US"/>
          </a:p>
        </p:txBody>
      </p:sp>
      <p:sp>
        <p:nvSpPr>
          <p:cNvPr id="10487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217C01CDF56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8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61BEF0D-F0BB-DE4B-95CE-6DB70DBA9567}" type="datetimeFigureOut">
              <a:rPr lang="en-US" smtClean="0"/>
              <a:t>8/28/2026</a:t>
            </a:fld>
            <a:endParaRPr dirty="0" lang="en-US"/>
          </a:p>
        </p:txBody>
      </p:sp>
      <p:sp>
        <p:nvSpPr>
          <p:cNvPr id="10486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217C01CDF565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1048692" name="TextBox 23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93" name="TextBox 24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p:hf dt="0" ftr="0" hdr="0" sldNum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55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accent1"/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6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61BEF0D-F0BB-DE4B-95CE-6DB70DBA9567}" type="datetimeFigureOut">
              <a:rPr lang="en-US" smtClean="0"/>
              <a:t>8/28/2026</a:t>
            </a:fld>
            <a:endParaRPr dirty="0" lang="en-US"/>
          </a:p>
        </p:txBody>
      </p:sp>
      <p:sp>
        <p:nvSpPr>
          <p:cNvPr id="104875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217C01CDF56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1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5C6B4A9-1611-4792-9094-5F34BCA07E0B}" type="datetimeFigureOut">
              <a:rPr lang="en-US" smtClean="0"/>
              <a:t>8/28/2026</a:t>
            </a:fld>
            <a:endParaRPr dirty="0" lang="en-US"/>
          </a:p>
        </p:txBody>
      </p:sp>
      <p:sp>
        <p:nvSpPr>
          <p:cNvPr id="104871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9333C77-0158-454C-844F-B7AB9BD7DAD4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anchor="ctr" vert="eaVert"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6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61BEF0D-F0BB-DE4B-95CE-6DB70DBA9567}" type="datetimeFigureOut">
              <a:rPr lang="en-US" smtClean="0"/>
              <a:t>8/28/2026</a:t>
            </a:fld>
            <a:endParaRPr dirty="0" lang="en-US"/>
          </a:p>
        </p:txBody>
      </p:sp>
      <p:sp>
        <p:nvSpPr>
          <p:cNvPr id="10487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217C01CDF56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p:hf dt="0" ftr="0" hdr="0" sldNum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/>
        </p:spPr>
        <p:txBody>
          <a:bodyPr/>
          <a:lstStyle>
            <a:lvl1pPr indent="0" marL="0">
              <a:buNone/>
              <a:defRPr b="1" sz="2000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48653" name="Hexagon 14"/>
          <p:cNvSpPr/>
          <p:nvPr userDrawn="1"/>
        </p:nvSpPr>
        <p:spPr>
          <a:xfrm>
            <a:off x="740309" y="1382809"/>
            <a:ext cx="1229566" cy="1059971"/>
          </a:xfrm>
          <a:prstGeom prst="hexagon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54" name="Hexagon 15"/>
          <p:cNvSpPr/>
          <p:nvPr userDrawn="1"/>
        </p:nvSpPr>
        <p:spPr>
          <a:xfrm>
            <a:off x="3755031" y="1194620"/>
            <a:ext cx="1666162" cy="1436347"/>
          </a:xfrm>
          <a:prstGeom prst="hexagon"/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55" name="Hexagon 16"/>
          <p:cNvSpPr/>
          <p:nvPr userDrawn="1"/>
        </p:nvSpPr>
        <p:spPr>
          <a:xfrm>
            <a:off x="3804994" y="5233183"/>
            <a:ext cx="718261" cy="619191"/>
          </a:xfrm>
          <a:prstGeom prst="hexagon"/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56" name="Hexagon 17"/>
          <p:cNvSpPr/>
          <p:nvPr userDrawn="1"/>
        </p:nvSpPr>
        <p:spPr>
          <a:xfrm>
            <a:off x="1837838" y="1101306"/>
            <a:ext cx="651613" cy="561736"/>
          </a:xfrm>
          <a:prstGeom prst="hexagon"/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57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anchor="ctr" wrap="square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58" name="Title 1"/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/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Oval 9"/>
          <p:cNvSpPr/>
          <p:nvPr userDrawn="1"/>
        </p:nvSpPr>
        <p:spPr>
          <a:xfrm>
            <a:off x="7362825" y="443263"/>
            <a:ext cx="361950" cy="361950"/>
          </a:xfrm>
          <a:prstGeom prst="ellipse"/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>
              <a:solidFill>
                <a:schemeClr val="accent5"/>
              </a:solidFill>
            </a:endParaRPr>
          </a:p>
        </p:txBody>
      </p:sp>
      <p:sp>
        <p:nvSpPr>
          <p:cNvPr id="1048642" name="Oval 13"/>
          <p:cNvSpPr/>
          <p:nvPr userDrawn="1"/>
        </p:nvSpPr>
        <p:spPr>
          <a:xfrm>
            <a:off x="11007246" y="5605994"/>
            <a:ext cx="654227" cy="654227"/>
          </a:xfrm>
          <a:prstGeom prst="ellipse"/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>
              <a:solidFill>
                <a:schemeClr val="accent5"/>
              </a:solidFill>
            </a:endParaRPr>
          </a:p>
        </p:txBody>
      </p:sp>
      <p:sp>
        <p:nvSpPr>
          <p:cNvPr id="1048643" name="Oval 15"/>
          <p:cNvSpPr/>
          <p:nvPr userDrawn="1"/>
        </p:nvSpPr>
        <p:spPr>
          <a:xfrm>
            <a:off x="10683791" y="6132439"/>
            <a:ext cx="251152" cy="251152"/>
          </a:xfrm>
          <a:prstGeom prst="ellipse"/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>
              <a:solidFill>
                <a:schemeClr val="accent5"/>
              </a:solidFill>
            </a:endParaRPr>
          </a:p>
        </p:txBody>
      </p:sp>
      <p:sp>
        <p:nvSpPr>
          <p:cNvPr id="1048644" name="Picture Placeholder 22"/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anchor="ctr" wrap="square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45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/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6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/>
        </p:spPr>
        <p:txBody>
          <a:bodyPr/>
          <a:lstStyle>
            <a:lvl1pPr>
              <a:defRPr b="1"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/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93" name="Rectangle 18"/>
          <p:cNvSpPr/>
          <p:nvPr userDrawn="1"/>
        </p:nvSpPr>
        <p:spPr>
          <a:xfrm>
            <a:off x="9354457" y="5363987"/>
            <a:ext cx="457200" cy="457200"/>
          </a:xfrm>
          <a:prstGeom prst="rect"/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594" name="Rectangle 20"/>
          <p:cNvSpPr/>
          <p:nvPr userDrawn="1"/>
        </p:nvSpPr>
        <p:spPr>
          <a:xfrm>
            <a:off x="6692791" y="1699889"/>
            <a:ext cx="319749" cy="319749"/>
          </a:xfrm>
          <a:prstGeom prst="rect"/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595" name="Rectangle 22"/>
          <p:cNvSpPr/>
          <p:nvPr userDrawn="1"/>
        </p:nvSpPr>
        <p:spPr>
          <a:xfrm>
            <a:off x="9354457" y="5897738"/>
            <a:ext cx="179977" cy="179977"/>
          </a:xfrm>
          <a:prstGeom prst="rect"/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596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anchor="ctr" wrap="square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/>
        </p:spPr>
        <p:txBody>
          <a:bodyPr/>
          <a:lstStyle>
            <a:lvl1pPr>
              <a:defRPr b="1"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Picture Placeholder 38"/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anchor="ctr" wrap="square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04" name="Picture Placeholder 37"/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anchor="ctr" wrap="square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05" name="Picture Placeholder 39"/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anchor="ctr" wrap="square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06" name="Picture Placeholder 40"/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anchor="ctr" wrap="square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/>
        </p:spPr>
        <p:txBody>
          <a:bodyPr anchor="ctr"/>
          <a:p>
            <a:pPr algn="ctr"/>
            <a:r>
              <a:rPr b="1" sz="4800" lang="en-US">
                <a:solidFill>
                  <a:schemeClr val="tx1"/>
                </a:solidFill>
              </a:rPr>
              <a:t>Click to edit Master title style</a:t>
            </a:r>
            <a:endParaRPr b="1" dirty="0" sz="4800" lang="en-US">
              <a:solidFill>
                <a:schemeClr val="tx1"/>
              </a:solidFill>
            </a:endParaRPr>
          </a:p>
        </p:txBody>
      </p:sp>
      <p:sp>
        <p:nvSpPr>
          <p:cNvPr id="1048608" name="Hexagon 8"/>
          <p:cNvSpPr/>
          <p:nvPr userDrawn="1"/>
        </p:nvSpPr>
        <p:spPr>
          <a:xfrm>
            <a:off x="546669" y="3467555"/>
            <a:ext cx="458268" cy="395059"/>
          </a:xfrm>
          <a:prstGeom prst="hexagon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09" name="Hexagon 9"/>
          <p:cNvSpPr/>
          <p:nvPr userDrawn="1"/>
        </p:nvSpPr>
        <p:spPr>
          <a:xfrm>
            <a:off x="11113337" y="2394722"/>
            <a:ext cx="358391" cy="308958"/>
          </a:xfrm>
          <a:prstGeom prst="hexagon"/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10" name="Hexagon 10"/>
          <p:cNvSpPr/>
          <p:nvPr userDrawn="1"/>
        </p:nvSpPr>
        <p:spPr>
          <a:xfrm>
            <a:off x="10882649" y="2202202"/>
            <a:ext cx="230688" cy="198869"/>
          </a:xfrm>
          <a:prstGeom prst="hexagon"/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11" name="Text Placeholder 22"/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/>
        </p:spPr>
        <p:txBody>
          <a:bodyPr/>
          <a:lstStyle>
            <a:lvl1pPr algn="ctr" indent="0" marL="0">
              <a:buNone/>
              <a:defRPr b="1" dirty="0" sz="2000" kern="1200" lang="en-US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2" name="Text Placeholder 22"/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/>
        </p:spPr>
        <p:txBody>
          <a:bodyPr/>
          <a:lstStyle>
            <a:lvl1pPr algn="ctr" indent="0" marL="0">
              <a:buNone/>
              <a:defRPr dirty="0" sz="1600" kern="1200" lang="en-US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3" name="Text Placeholder 22"/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/>
        </p:spPr>
        <p:txBody>
          <a:bodyPr/>
          <a:lstStyle>
            <a:lvl1pPr algn="ctr" indent="0" marL="0">
              <a:buNone/>
              <a:defRPr b="1" dirty="0" sz="2000" kern="1200" lang="en-US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4" name="Text Placeholder 22"/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/>
        </p:spPr>
        <p:txBody>
          <a:bodyPr/>
          <a:lstStyle>
            <a:lvl1pPr algn="ctr" indent="0" marL="0">
              <a:buNone/>
              <a:defRPr dirty="0" sz="1600" kern="1200" lang="en-US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5" name="Text Placeholder 22"/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/>
        </p:spPr>
        <p:txBody>
          <a:bodyPr/>
          <a:lstStyle>
            <a:lvl1pPr algn="ctr" indent="0" marL="0">
              <a:buNone/>
              <a:defRPr b="1" dirty="0" sz="2000" kern="1200" lang="en-US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6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/>
        </p:spPr>
        <p:txBody>
          <a:bodyPr/>
          <a:lstStyle>
            <a:lvl1pPr algn="ctr" indent="0" marL="0">
              <a:buNone/>
              <a:defRPr dirty="0" sz="1600" kern="1200" lang="en-US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7" name="Text Placeholder 22"/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/>
        </p:spPr>
        <p:txBody>
          <a:bodyPr/>
          <a:lstStyle>
            <a:lvl1pPr algn="ctr" indent="0" marL="0">
              <a:buNone/>
              <a:defRPr b="1" dirty="0" sz="2000" kern="1200" lang="en-US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8" name="Text Placeholder 22"/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/>
        </p:spPr>
        <p:txBody>
          <a:bodyPr/>
          <a:lstStyle>
            <a:lvl1pPr algn="ctr" indent="0" marL="0">
              <a:buNone/>
              <a:defRPr dirty="0" sz="1600" kern="1200" lang="en-US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9" name="Text Placeholder 22"/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/>
        </p:spPr>
        <p:txBody>
          <a:bodyPr/>
          <a:lstStyle>
            <a:lvl1pPr algn="ctr" indent="0" marL="0">
              <a:buNone/>
              <a:defRPr b="1" dirty="0" sz="2000" kern="1200" lang="en-US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0" name="Text Placeholder 22"/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/>
        </p:spPr>
        <p:txBody>
          <a:bodyPr/>
          <a:lstStyle>
            <a:lvl1pPr algn="ctr" indent="0" marL="0">
              <a:buNone/>
              <a:defRPr dirty="0" sz="1600" kern="1200" lang="en-US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1" name="Picture Placeholder 36"/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anchor="ctr" wrap="square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dirty="0"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Custom Layout">
    <p:bg>
      <p:bgPr>
        <a:solidFill>
          <a:schemeClr val="tx1"/>
        </a:solidFill>
        <a:effectLst/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/>
        </p:spPr>
        <p:txBody>
          <a:bodyPr/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703" name="Rectangle 1" descr="Tall office building looking up"/>
          <p:cNvSpPr/>
          <p:nvPr userDrawn="1"/>
        </p:nvSpPr>
        <p:spPr>
          <a:xfrm>
            <a:off x="3718560" y="1181123"/>
            <a:ext cx="4754880" cy="4495754"/>
          </a:xfrm>
          <a:prstGeom prst="rect"/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70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/>
        </p:spPr>
        <p:txBody>
          <a:bodyPr/>
          <a:lstStyle>
            <a:lvl1pPr algn="r">
              <a:buNone/>
              <a:defRPr b="1" dirty="0" sz="2400" kern="1200" lang="en-US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</a:lvl2pPr>
          </a:lstStyle>
          <a:p>
            <a:pPr lvl="0"/>
            <a:r>
              <a:rPr dirty="0" lang="en-US"/>
              <a:t>Click to edit text</a:t>
            </a:r>
          </a:p>
        </p:txBody>
      </p:sp>
      <p:sp>
        <p:nvSpPr>
          <p:cNvPr id="1048705" name="Title 1"/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/>
        </p:spPr>
        <p:txBody>
          <a:bodyPr/>
          <a:lstStyle>
            <a:lvl1pPr>
              <a:spcBef>
                <a:spcPts val="1000"/>
              </a:spcBef>
              <a:defRPr b="1"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45728" name="Straight Connector 19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29" name="Straight Connector 20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76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7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8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9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0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1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2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3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48584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/>
        </p:spPr>
        <p:txBody>
          <a:bodyPr anchor="t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85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86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t>8/28/2026</a:t>
            </a:fld>
            <a:endParaRPr dirty="0" lang="en-US"/>
          </a:p>
        </p:txBody>
      </p:sp>
      <p:sp>
        <p:nvSpPr>
          <p:cNvPr id="104858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104858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1048589" name="Date Placeholder 3"/>
          <p:cNvSpPr txBox="1"/>
          <p:nvPr userDrawn="1"/>
        </p:nvSpPr>
        <p:spPr>
          <a:xfrm>
            <a:off x="660396" y="6378906"/>
            <a:ext cx="2743200" cy="365125"/>
          </a:xfrm>
          <a:prstGeom prst="rect"/>
        </p:spPr>
        <p:txBody>
          <a:bodyPr anchor="ctr"/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sz="1100" lang="en-US" smtClean="0">
                <a:solidFill>
                  <a:schemeClr val="accent2"/>
                </a:solidFill>
              </a:rPr>
              <a:t>8/28/2026</a:t>
            </a:fld>
            <a:endParaRPr dirty="0" sz="1100" lang="en-US">
              <a:solidFill>
                <a:schemeClr val="accent2"/>
              </a:solidFill>
            </a:endParaRPr>
          </a:p>
        </p:txBody>
      </p:sp>
      <p:sp>
        <p:nvSpPr>
          <p:cNvPr id="1048590" name="Footer Placeholder 4"/>
          <p:cNvSpPr txBox="1"/>
          <p:nvPr userDrawn="1"/>
        </p:nvSpPr>
        <p:spPr>
          <a:xfrm>
            <a:off x="1445526" y="6378906"/>
            <a:ext cx="4114800" cy="365125"/>
          </a:xfrm>
          <a:prstGeom prst="rect"/>
        </p:spPr>
        <p:txBody>
          <a:bodyPr anchor="ctr"/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dirty="0" sz="1100" lang="en-US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1048591" name="Slide Number Placeholder 5"/>
          <p:cNvSpPr txBox="1"/>
          <p:nvPr userDrawn="1"/>
        </p:nvSpPr>
        <p:spPr>
          <a:xfrm>
            <a:off x="8805338" y="6378906"/>
            <a:ext cx="2743200" cy="365125"/>
          </a:xfrm>
          <a:prstGeom prst="rect"/>
        </p:spPr>
        <p:txBody>
          <a:bodyPr anchor="ctr"/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sz="1100" lang="en-US" smtClean="0">
                <a:solidFill>
                  <a:schemeClr val="accent4"/>
                </a:solidFill>
              </a:rPr>
              <a:pPr algn="r"/>
              <a:t>‹#›</a:t>
            </a:fld>
            <a:endParaRPr dirty="0" sz="1100" lang="en-US">
              <a:solidFill>
                <a:schemeClr val="accent4"/>
              </a:solidFill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</p:sldLayoutIdLst>
  <p:hf dt="0" ftr="0" hdr="0" sldNum="1"/>
  <p:txStyles>
    <p:titleStyle>
      <a:lvl1pPr algn="l" defTabSz="457200" eaLnBrk="1" hangingPunct="1" latinLnBrk="0" rtl="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342900" latinLnBrk="0" marL="3429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9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9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9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slideLayout" Target="../slideLayouts/slideLayout19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image" Target="../media/image11.jpeg"/><Relationship Id="rId5" Type="http://schemas.openxmlformats.org/officeDocument/2006/relationships/slideLayout" Target="../slideLayouts/slideLayout19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Relationship Id="rId5" Type="http://schemas.openxmlformats.org/officeDocument/2006/relationships/slideLayout" Target="../slideLayouts/slideLayout19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6400800" y="4518644"/>
            <a:ext cx="3400089" cy="861497"/>
          </a:xfrm>
        </p:spPr>
        <p:txBody>
          <a:bodyPr/>
          <a:p>
            <a:pPr algn="r"/>
            <a:r>
              <a:rPr b="0" dirty="0" lang="en-US">
                <a:solidFill>
                  <a:schemeClr val="tx1"/>
                </a:solidFill>
              </a:rPr>
              <a:t>Student Name</a:t>
            </a:r>
            <a:r>
              <a:rPr altLang="en-GB" b="0" dirty="0" lang="en-US">
                <a:solidFill>
                  <a:schemeClr val="tx1"/>
                </a:solidFill>
              </a:rPr>
              <a:t>:</a:t>
            </a:r>
            <a:endParaRPr b="0" dirty="0" lang="en-IN">
              <a:solidFill>
                <a:schemeClr val="tx1"/>
              </a:solidFill>
            </a:endParaRPr>
          </a:p>
          <a:p>
            <a:pPr algn="r"/>
            <a:r>
              <a:rPr altLang="en-GB" b="0" dirty="0" lang="en-US">
                <a:solidFill>
                  <a:schemeClr val="tx1"/>
                </a:solidFill>
              </a:rPr>
              <a:t>D</a:t>
            </a:r>
            <a:r>
              <a:rPr altLang="en-GB" b="0" dirty="0" lang="en-US">
                <a:solidFill>
                  <a:schemeClr val="tx1"/>
                </a:solidFill>
              </a:rPr>
              <a:t>E</a:t>
            </a:r>
            <a:r>
              <a:rPr altLang="en-GB" b="0" dirty="0" lang="en-US">
                <a:solidFill>
                  <a:schemeClr val="tx1"/>
                </a:solidFill>
              </a:rPr>
              <a:t>B</a:t>
            </a:r>
            <a:r>
              <a:rPr altLang="en-GB" b="0" dirty="0" lang="en-US">
                <a:solidFill>
                  <a:schemeClr val="tx1"/>
                </a:solidFill>
              </a:rPr>
              <a:t>L</a:t>
            </a:r>
            <a:r>
              <a:rPr altLang="en-GB" b="0" dirty="0" lang="en-US">
                <a:solidFill>
                  <a:schemeClr val="tx1"/>
                </a:solidFill>
              </a:rPr>
              <a:t>INA </a:t>
            </a:r>
            <a:r>
              <a:rPr altLang="en-GB" b="0" dirty="0" lang="en-US">
                <a:solidFill>
                  <a:schemeClr val="tx1"/>
                </a:solidFill>
              </a:rPr>
              <a:t>BISWAS </a:t>
            </a:r>
            <a:endParaRPr b="0" dirty="0" lang="en-IN">
              <a:solidFill>
                <a:schemeClr val="tx1"/>
              </a:solidFill>
            </a:endParaRPr>
          </a:p>
        </p:txBody>
      </p:sp>
      <p:sp>
        <p:nvSpPr>
          <p:cNvPr id="1048660" name="Title 3"/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/>
          </a:bodyPr>
          <a:p>
            <a:r>
              <a:rPr dirty="0" sz="3200" lang="en-GB"/>
              <a:t>Project Title -</a:t>
            </a:r>
            <a:endParaRPr dirty="0" sz="3200" lang="en-IN"/>
          </a:p>
        </p:txBody>
      </p:sp>
      <p:sp>
        <p:nvSpPr>
          <p:cNvPr id="1048661" name="Text Placeholder 1"/>
          <p:cNvSpPr txBox="1"/>
          <p:nvPr/>
        </p:nvSpPr>
        <p:spPr>
          <a:xfrm rot="10800000" flipV="1">
            <a:off x="6400800" y="2681243"/>
            <a:ext cx="3312160" cy="597609"/>
          </a:xfrm>
          <a:prstGeom prst="rect"/>
        </p:spPr>
        <p:txBody>
          <a:bodyPr bIns="45720" lIns="91440" rIns="91440" rtlCol="0" tIns="45720" vert="horz">
            <a:normAutofit fontScale="83333" lnSpcReduction="20000"/>
          </a:bodyPr>
          <a:lstStyle>
            <a:lvl1pPr algn="l" defTabSz="457200" eaLnBrk="1" hangingPunct="1" indent="0" latinLnBrk="0" marL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b="1" sz="2000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algn="l" defTabSz="457200" eaLnBrk="1" hangingPunct="1" indent="-285750" latinLnBrk="0" marL="74295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indent="-228600" latinLnBrk="0" marL="1143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indent="-228600" latinLnBrk="0" marL="1600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indent="-228600" latinLnBrk="0" marL="2057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indent="-228600" latinLnBrk="0" marL="2514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indent="-228600" latinLnBrk="0" marL="29718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indent="-228600" latinLnBrk="0" marL="3429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indent="-228600" latinLnBrk="0" marL="3886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altLang="en-GB" dirty="0" sz="2400" lang="en-US"/>
              <a:t>Car Market Trends Analysis with Car Dekho Data</a:t>
            </a:r>
            <a:endParaRPr dirty="0" sz="2400" lang="en-GB"/>
          </a:p>
        </p:txBody>
      </p:sp>
      <p:pic>
        <p:nvPicPr>
          <p:cNvPr id="2097164" name="Picture 5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/>
        </p:spPr>
      </p:pic>
      <p:sp>
        <p:nvSpPr>
          <p:cNvPr id="1048662" name="TextBox 2"/>
          <p:cNvSpPr txBox="1"/>
          <p:nvPr/>
        </p:nvSpPr>
        <p:spPr>
          <a:xfrm>
            <a:off x="6400800" y="3586328"/>
            <a:ext cx="4135197" cy="624841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en-US"/>
              <a:t>AICTE STU ID : </a:t>
            </a:r>
          </a:p>
          <a:p>
            <a:r>
              <a:rPr altLang="en-GB" b="1" dirty="0" lang="en-US"/>
              <a:t>STU6a682c43b6ba21785211971</a:t>
            </a:r>
            <a:endParaRPr altLang="en-US" lang="zh-CN"/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6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80" id="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822" id="8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664" id="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664" id="10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9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332" id="11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27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64" id="12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81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dur="26" id="13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decel="50000" dur="166" id="14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dur="26" id="15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decel="50000" dur="166" id="16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dur="26" id="17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decel="50000" dur="166" id="18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dur="26" id="19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decel="50000" dur="166" id="2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3" nodePh="1" nodeType="clickEffect" presetClass="entr" presetID="53" presetSubtype="16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5"/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6"/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27"/>
                                        <p:tgtEl>
                                          <p:spTgt spid="104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8">
                      <p:stCondLst>
                        <p:cond delay="indefinite"/>
                      </p:stCondLst>
                      <p:childTnLst>
                        <p:par>
                          <p:cTn fill="hold" id="29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0" nodeType="click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dur="500" id="32"/>
                                        <p:tgtEl>
                                          <p:spTgt spid="104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9" grpId="0" build="p"/>
      <p:bldP spid="1048660" grpId="0"/>
      <p:bldP spid="10486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60714" lnSpcReduction="20000"/>
          </a:bodyPr>
          <a:p>
            <a:pPr>
              <a:lnSpc>
                <a:spcPct val="150000"/>
              </a:lnSpc>
            </a:pPr>
            <a:r>
              <a:rPr altLang="en-GB" dirty="0" sz="2800" lang="en-US"/>
              <a:t>Market Complexity: The used-car market includes vehicles with varying prices, fuel types, transmission types, and usage levels.  </a:t>
            </a:r>
            <a:endParaRPr dirty="0" sz="2800" lang="en-IN"/>
          </a:p>
          <a:p>
            <a:pPr>
              <a:lnSpc>
                <a:spcPct val="150000"/>
              </a:lnSpc>
            </a:pPr>
            <a:r>
              <a:rPr altLang="en-GB" dirty="0" sz="2800" lang="en-US"/>
              <a:t>Pricing Uncertainty: It is difficult to determine which specific factors have the greatest impact on a vehicle's resale value.  </a:t>
            </a:r>
            <a:endParaRPr dirty="0" sz="2800" lang="en-IN"/>
          </a:p>
          <a:p>
            <a:pPr>
              <a:lnSpc>
                <a:spcPct val="150000"/>
              </a:lnSpc>
            </a:pPr>
            <a:r>
              <a:rPr altLang="en-GB" dirty="0" sz="2800" lang="en-US"/>
              <a:t>Lack of Data Insights: Buyers and sellers lack data-driven tools to evaluate fair market value accurately.  </a:t>
            </a:r>
            <a:endParaRPr dirty="0" sz="2800" lang="en-IN"/>
          </a:p>
          <a:p>
            <a:pPr>
              <a:lnSpc>
                <a:spcPct val="150000"/>
              </a:lnSpc>
            </a:pPr>
            <a:r>
              <a:rPr altLang="en-GB" dirty="0" sz="2800" lang="en-US"/>
              <a:t>Project Goal: Analyze historical Car Dekho data to identify market trends, pricing patterns, and key value drivers to support better pricing decisions.  </a:t>
            </a:r>
            <a:endParaRPr dirty="0" sz="2800" lang="en-IN"/>
          </a:p>
        </p:txBody>
      </p:sp>
      <p:sp>
        <p:nvSpPr>
          <p:cNvPr id="1048664" name="Title 3"/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6250"/>
          </a:bodyPr>
          <a:p>
            <a:r>
              <a:rPr dirty="0" lang="en-US"/>
              <a:t>PROBLEM  STATEMENT</a:t>
            </a:r>
            <a:endParaRPr dirty="0" lang="en-IN"/>
          </a:p>
        </p:txBody>
      </p:sp>
      <p:pic>
        <p:nvPicPr>
          <p:cNvPr id="2097165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995684" y="2930834"/>
            <a:ext cx="2760758" cy="3264409"/>
          </a:xfrm>
          <a:prstGeom prst="rect"/>
        </p:spPr>
      </p:pic>
      <p:pic>
        <p:nvPicPr>
          <p:cNvPr id="2097166" name="Picture 5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/>
        </p:spPr>
      </p:pic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"/>
                                        <p:tgtEl>
                                          <p:spTgt spid="104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">
                      <p:stCondLst>
                        <p:cond delay="indefinite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2" nodePh="1" nodeType="clickEffect" presetClass="entr" presetID="42" presetSubtype="0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14"/>
                                        <p:tgtEl>
                                          <p:spTgt spid="1048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48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6"/>
                                        <p:tgtEl>
                                          <p:spTgt spid="1048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3" grpId="0" build="p"/>
      <p:bldP spid="104866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itle 2"/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p>
            <a:r>
              <a:rPr dirty="0" lang="en-GB"/>
              <a:t>Project Description</a:t>
            </a:r>
            <a:endParaRPr dirty="0" lang="en-IN"/>
          </a:p>
        </p:txBody>
      </p:sp>
      <p:pic>
        <p:nvPicPr>
          <p:cNvPr id="2097167" name="Picture 4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/>
        </p:spPr>
      </p:pic>
      <p:pic>
        <p:nvPicPr>
          <p:cNvPr id="2097168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67359" y="6410461"/>
            <a:ext cx="3706253" cy="296092"/>
          </a:xfrm>
          <a:prstGeom prst="rect"/>
        </p:spPr>
      </p:pic>
      <p:sp>
        <p:nvSpPr>
          <p:cNvPr id="1048666" name=""/>
          <p:cNvSpPr txBox="1"/>
          <p:nvPr/>
        </p:nvSpPr>
        <p:spPr>
          <a:xfrm rot="21600000">
            <a:off x="660399" y="2577190"/>
            <a:ext cx="7591936" cy="3647440"/>
          </a:xfrm>
          <a:prstGeom prst="rect"/>
        </p:spPr>
        <p:txBody>
          <a:bodyPr rtlCol="0" wrap="square">
            <a:spAutoFit/>
          </a:bodyPr>
          <a:p>
            <a:r>
              <a:rPr altLang="en-GB" sz="2400" lang="en-US">
                <a:solidFill>
                  <a:srgbClr val="000000"/>
                </a:solidFill>
              </a:rPr>
              <a:t>Overview: This project analyzes used-car market data from Car Dekho using Python for data analysis and visualization.  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400" lang="en-US">
                <a:solidFill>
                  <a:srgbClr val="000000"/>
                </a:solidFill>
              </a:rPr>
              <a:t>Dataset Variables: Key features examined include Car_Name, Year, Selling_Price, Present_Price, Kms_Driven, Fuel_Type, Seller_Type, Transmission, and Owner.  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400" lang="en-US">
                <a:solidFill>
                  <a:srgbClr val="000000"/>
                </a:solidFill>
              </a:rPr>
              <a:t>Objective: Identify relationships between vehicle attributes and selling price to deliver actionable insights for buying and selling decisions.  </a:t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"/>
                                        <p:tgtEl>
                                          <p:spTgt spid="1048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58333" lnSpcReduction="20000"/>
          </a:bodyPr>
          <a:p>
            <a:pPr algn="just">
              <a:lnSpc>
                <a:spcPct val="150000"/>
              </a:lnSpc>
            </a:pPr>
            <a:r>
              <a:rPr altLang="en-GB" dirty="0" sz="3600" lang="en-US"/>
              <a:t>C</a:t>
            </a:r>
            <a:r>
              <a:rPr altLang="en-GB" dirty="0" sz="3600" lang="en-US"/>
              <a:t>a</a:t>
            </a:r>
            <a:r>
              <a:rPr altLang="en-GB" dirty="0" sz="3600" lang="en-US"/>
              <a:t>r</a:t>
            </a:r>
            <a:r>
              <a:rPr altLang="en-GB" dirty="0" sz="3600" lang="en-US"/>
              <a:t> </a:t>
            </a:r>
            <a:r>
              <a:rPr altLang="en-GB" dirty="0" sz="3600" lang="en-US"/>
              <a:t>Buyers: To evaluate fair market prices and compare vehicle options.  </a:t>
            </a:r>
            <a:endParaRPr dirty="0" sz="3600" lang="en-IN"/>
          </a:p>
          <a:p>
            <a:pPr algn="just">
              <a:lnSpc>
                <a:spcPct val="150000"/>
              </a:lnSpc>
            </a:pPr>
            <a:r>
              <a:rPr altLang="en-GB" dirty="0" sz="3600" lang="en-US"/>
              <a:t>Car Sellers: To set competitive and realistic listing prices.  </a:t>
            </a:r>
            <a:endParaRPr dirty="0" sz="3600" lang="en-IN"/>
          </a:p>
          <a:p>
            <a:pPr algn="just">
              <a:lnSpc>
                <a:spcPct val="150000"/>
              </a:lnSpc>
            </a:pPr>
            <a:r>
              <a:rPr altLang="en-GB" dirty="0" sz="3600" lang="en-US"/>
              <a:t>Car Dealers: To understand customer demand and pricing trends.  </a:t>
            </a:r>
            <a:endParaRPr dirty="0" sz="3600" lang="en-IN"/>
          </a:p>
          <a:p>
            <a:pPr algn="just">
              <a:lnSpc>
                <a:spcPct val="150000"/>
              </a:lnSpc>
            </a:pPr>
            <a:r>
              <a:rPr altLang="en-GB" dirty="0" sz="3600" lang="en-US"/>
              <a:t>Used-Car Businesses: To optimize inventory management and pricing strategies.  </a:t>
            </a:r>
            <a:endParaRPr dirty="0" sz="3600" lang="en-IN"/>
          </a:p>
          <a:p>
            <a:pPr algn="just">
              <a:lnSpc>
                <a:spcPct val="150000"/>
              </a:lnSpc>
            </a:pPr>
            <a:r>
              <a:rPr altLang="en-GB" dirty="0" sz="3600" lang="en-US"/>
              <a:t>Data Analysts &amp; Business Teams: To derive actionable commercial insights from automobile data.  </a:t>
            </a:r>
            <a:endParaRPr dirty="0" sz="3600" lang="en-IN"/>
          </a:p>
        </p:txBody>
      </p:sp>
      <p:sp>
        <p:nvSpPr>
          <p:cNvPr id="1048668" name="Title 3"/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p>
            <a:r>
              <a:rPr dirty="0" sz="3200" lang="en-US"/>
              <a:t>WHO ARE THE END USERS?</a:t>
            </a:r>
            <a:endParaRPr dirty="0" sz="2000" lang="en-IN"/>
          </a:p>
        </p:txBody>
      </p:sp>
      <p:pic>
        <p:nvPicPr>
          <p:cNvPr id="2097169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21359" y="6176804"/>
            <a:ext cx="2181225" cy="485775"/>
          </a:xfrm>
          <a:prstGeom prst="rect"/>
        </p:spPr>
      </p:pic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"/>
                                        <p:tgtEl>
                                          <p:spTgt spid="1048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">
                      <p:stCondLst>
                        <p:cond delay="indefinite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2" nodePh="1" nodeType="clickEffect" presetClass="entr" presetID="42" presetSubtype="0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14"/>
                                        <p:tgtEl>
                                          <p:spTgt spid="1048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48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6"/>
                                        <p:tgtEl>
                                          <p:spTgt spid="1048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7" grpId="0" build="p"/>
      <p:bldP spid="10486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67359" y="6410461"/>
            <a:ext cx="3706253" cy="296092"/>
          </a:xfrm>
          <a:prstGeom prst="rect"/>
        </p:spPr>
      </p:pic>
      <p:pic>
        <p:nvPicPr>
          <p:cNvPr id="2097163" name="Picture 1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/>
        </p:spPr>
      </p:pic>
      <p:sp>
        <p:nvSpPr>
          <p:cNvPr id="104864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p>
            <a:pPr lvl="1">
              <a:lnSpc>
                <a:spcPct val="150000"/>
              </a:lnSpc>
            </a:pPr>
            <a:r>
              <a:rPr altLang="en-GB" dirty="0" lang="en-US"/>
              <a:t>Language: Python  </a:t>
            </a:r>
            <a:endParaRPr dirty="0" lang="en-IN"/>
          </a:p>
          <a:p>
            <a:pPr lvl="1">
              <a:lnSpc>
                <a:spcPct val="150000"/>
              </a:lnSpc>
            </a:pPr>
            <a:r>
              <a:rPr altLang="en-GB" dirty="0" lang="en-US"/>
              <a:t>Data Manipulation: Pandas, NumPy  </a:t>
            </a:r>
            <a:endParaRPr dirty="0" lang="en-IN"/>
          </a:p>
          <a:p>
            <a:pPr lvl="1">
              <a:lnSpc>
                <a:spcPct val="150000"/>
              </a:lnSpc>
            </a:pPr>
            <a:r>
              <a:rPr altLang="en-GB" dirty="0" lang="en-US"/>
              <a:t>Data Visualization: Matplotlib, Seaborn  </a:t>
            </a:r>
            <a:endParaRPr dirty="0" lang="en-IN"/>
          </a:p>
          <a:p>
            <a:pPr lvl="1">
              <a:lnSpc>
                <a:spcPct val="150000"/>
              </a:lnSpc>
            </a:pPr>
            <a:r>
              <a:rPr altLang="en-GB" dirty="0" lang="en-US"/>
              <a:t>D</a:t>
            </a:r>
            <a:r>
              <a:rPr altLang="en-GB" dirty="0" lang="en-US"/>
              <a:t>evelopment Environment: VS Code / Jupyter Notebook / Google Colab </a:t>
            </a:r>
            <a:endParaRPr dirty="0" lang="en-IN"/>
          </a:p>
        </p:txBody>
      </p:sp>
      <p:sp>
        <p:nvSpPr>
          <p:cNvPr id="1048648" name="Title 8"/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p>
            <a:r>
              <a:rPr dirty="0" lang="en-US"/>
              <a:t>Technology Used</a:t>
            </a: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"/>
                                        <p:tgtEl>
                                          <p:spTgt spid="104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">
                      <p:stCondLst>
                        <p:cond delay="indefinite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2" nodePh="1" nodeType="clickEffect" presetClass="entr" presetID="42" presetSubtype="0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14"/>
                                        <p:tgtEl>
                                          <p:spTgt spid="1048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48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6"/>
                                        <p:tgtEl>
                                          <p:spTgt spid="1048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47" grpId="0" build="p"/>
      <p:bldP spid="10486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 4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/>
        </p:spPr>
      </p:pic>
      <p:sp>
        <p:nvSpPr>
          <p:cNvPr id="1048636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p>
            <a:r>
              <a:rPr dirty="0" lang="en-GB"/>
              <a:t>RESULTS </a:t>
            </a:r>
            <a:endParaRPr dirty="0" lang="en-IN"/>
          </a:p>
        </p:txBody>
      </p:sp>
      <p:sp>
        <p:nvSpPr>
          <p:cNvPr id="104863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/>
        </p:spPr>
        <p:txBody>
          <a:bodyPr bIns="45720" lIns="91440" rIns="91440" rtlCol="0" tIns="45720" vert="horz">
            <a:normAutofit/>
          </a:bodyPr>
          <a:lstStyle>
            <a:lvl1pPr algn="ctr" defTabSz="457200" eaLnBrk="1" hangingPunct="1" indent="0" latinLnBrk="0" marL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dirty="0" sz="1600" kern="1200" lang="en-US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indent="-285750" latinLnBrk="0" marL="74295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indent="-228600" latinLnBrk="0" marL="1143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indent="-228600" latinLnBrk="0" marL="1600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indent="-228600" latinLnBrk="0" marL="2057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indent="-228600" latinLnBrk="0" marL="2514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indent="-228600" latinLnBrk="0" marL="29718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indent="-228600" latinLnBrk="0" marL="3429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indent="-228600" latinLnBrk="0" marL="3886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 sz="2000" lang="en-GB"/>
          </a:p>
        </p:txBody>
      </p:sp>
      <p:sp>
        <p:nvSpPr>
          <p:cNvPr id="1048638" name="Text Placeholder 30"/>
          <p:cNvSpPr txBox="1"/>
          <p:nvPr/>
        </p:nvSpPr>
        <p:spPr>
          <a:xfrm>
            <a:off x="4345694" y="-3132120"/>
            <a:ext cx="3343561" cy="1048095"/>
          </a:xfrm>
          <a:prstGeom prst="rect"/>
        </p:spPr>
        <p:txBody>
          <a:bodyPr bIns="45720" lIns="91440" rIns="91440" rtlCol="0" tIns="45720" vert="horz">
            <a:normAutofit/>
          </a:bodyPr>
          <a:lstStyle>
            <a:lvl1pPr algn="ctr" defTabSz="457200" eaLnBrk="1" hangingPunct="1" indent="0" latinLnBrk="0" marL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dirty="0" sz="1600" kern="1200" lang="en-US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indent="-285750" latinLnBrk="0" marL="74295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indent="-228600" latinLnBrk="0" marL="1143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indent="-228600" latinLnBrk="0" marL="1600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indent="-228600" latinLnBrk="0" marL="2057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indent="-228600" latinLnBrk="0" marL="2514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indent="-228600" latinLnBrk="0" marL="29718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indent="-228600" latinLnBrk="0" marL="3429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indent="-228600" latinLnBrk="0" marL="3886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 sz="2000" lang="en-GB"/>
          </a:p>
        </p:txBody>
      </p:sp>
      <p:sp>
        <p:nvSpPr>
          <p:cNvPr id="1048639" name="Title 3"/>
          <p:cNvSpPr txBox="1"/>
          <p:nvPr/>
        </p:nvSpPr>
        <p:spPr>
          <a:xfrm>
            <a:off x="422959" y="5737443"/>
            <a:ext cx="2981643" cy="830997"/>
          </a:xfrm>
          <a:prstGeom prst="rect"/>
        </p:spPr>
        <p:txBody>
          <a:bodyPr anchor="t" bIns="45720" lIns="91440" rIns="91440" rtlCol="0" tIns="45720" vert="horz">
            <a:normAutofit fontScale="31250" lnSpcReduction="20000"/>
          </a:bodyPr>
          <a:lstStyle>
            <a:lvl1pPr algn="l" defTabSz="457200" eaLnBrk="1" hangingPunct="1" latinLnBrk="0" rtl="0">
              <a:spcBef>
                <a:spcPct val="0"/>
              </a:spcBef>
              <a:buNone/>
              <a:defRPr b="1"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altLang="en-GB" b="0" dirty="0" lang="en-US" u="sng">
                <a:solidFill>
                  <a:srgbClr val="0070C0"/>
                </a:solidFill>
              </a:rPr>
              <a:t>https://github.com/deblinabiswas2024-lang/Car-Market-Analysis/tree/main</a:t>
            </a:r>
            <a:endParaRPr b="0" dirty="0" lang="en-IN" u="sng">
              <a:solidFill>
                <a:srgbClr val="0070C0"/>
              </a:solidFill>
            </a:endParaRPr>
          </a:p>
        </p:txBody>
      </p:sp>
      <p:sp>
        <p:nvSpPr>
          <p:cNvPr id="1048640" name="Text Placeholder 1"/>
          <p:cNvSpPr>
            <a:spLocks noGrp="1"/>
          </p:cNvSpPr>
          <p:nvPr>
            <p:ph type="body" sz="quarter" idx="12"/>
          </p:nvPr>
        </p:nvSpPr>
        <p:spPr>
          <a:xfrm rot="10800000" flipV="1">
            <a:off x="3404602" y="4633743"/>
            <a:ext cx="2583768" cy="1934697"/>
          </a:xfrm>
        </p:spPr>
        <p:txBody>
          <a:bodyPr>
            <a:noAutofit/>
          </a:bodyPr>
          <a:p>
            <a:pPr indent="0" marL="0">
              <a:buNone/>
            </a:pPr>
            <a:r>
              <a:rPr altLang="en-GB" dirty="0" sz="1400" lang="en-US"/>
              <a:t>Key Bullet Insight: Cars with higher original prices (Present_Price) retain significantly higher resale value. Automatic transmission vehicles generally command higher selling prices than manual ones.</a:t>
            </a:r>
            <a:endParaRPr dirty="0" lang="en-IN"/>
          </a:p>
        </p:txBody>
      </p:sp>
      <p:pic>
        <p:nvPicPr>
          <p:cNvPr id="2097159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029464" y="1041321"/>
            <a:ext cx="2944422" cy="4775358"/>
          </a:xfrm>
          <a:prstGeom prst="rect"/>
        </p:spPr>
      </p:pic>
      <p:pic>
        <p:nvPicPr>
          <p:cNvPr id="2097160" name="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>
            <a:off x="9066838" y="1036818"/>
            <a:ext cx="3125162" cy="4779861"/>
          </a:xfrm>
          <a:prstGeom prst="rect"/>
        </p:spPr>
      </p:pic>
      <p:pic>
        <p:nvPicPr>
          <p:cNvPr id="2097161" name=""/>
          <p:cNvPicPr>
            <a:picLocks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293821" y="1301571"/>
            <a:ext cx="5355194" cy="3035899"/>
          </a:xfrm>
          <a:prstGeom prst="rect"/>
        </p:spPr>
      </p:pic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"/>
                                        <p:tgtEl>
                                          <p:spTgt spid="104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">
                      <p:stCondLst>
                        <p:cond delay="indefinite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2" nodePh="1" nodeType="clickEffect" presetClass="entr" presetID="42" presetSubtype="0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14"/>
                                        <p:tgtEl>
                                          <p:spTgt spid="10486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6"/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9" nodePh="1" nodeType="clickEffect" presetClass="entr" presetID="42" presetSubtype="0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21"/>
                                        <p:tgtEl>
                                          <p:spTgt spid="10486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22"/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23"/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4">
                      <p:stCondLst>
                        <p:cond delay="indefinite"/>
                      </p:stCondLst>
                      <p:childTnLst>
                        <p:par>
                          <p:cTn fill="hold" id="25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6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28"/>
                                        <p:tgtEl>
                                          <p:spTgt spid="1048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29"/>
                                        <p:tgtEl>
                                          <p:spTgt spid="1048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30"/>
                                        <p:tgtEl>
                                          <p:spTgt spid="1048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6" grpId="0"/>
      <p:bldP spid="1048637" grpId="0"/>
      <p:bldP spid="1048638" grpId="0"/>
      <p:bldP spid="104864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4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/>
        </p:spPr>
      </p:pic>
      <p:sp>
        <p:nvSpPr>
          <p:cNvPr id="1048630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p>
            <a:r>
              <a:rPr dirty="0" lang="en-GB"/>
              <a:t>RESULTS </a:t>
            </a:r>
            <a:endParaRPr dirty="0" lang="en-IN"/>
          </a:p>
        </p:txBody>
      </p:sp>
      <p:sp>
        <p:nvSpPr>
          <p:cNvPr id="1048631" name="Text Placeholder 30"/>
          <p:cNvSpPr txBox="1"/>
          <p:nvPr/>
        </p:nvSpPr>
        <p:spPr>
          <a:xfrm>
            <a:off x="3404602" y="-5430892"/>
            <a:ext cx="3343561" cy="666078"/>
          </a:xfrm>
          <a:prstGeom prst="rect"/>
        </p:spPr>
        <p:txBody>
          <a:bodyPr bIns="45720" lIns="91440" rIns="91440" rtlCol="0" tIns="45720" vert="horz">
            <a:normAutofit/>
          </a:bodyPr>
          <a:lstStyle>
            <a:lvl1pPr algn="ctr" defTabSz="457200" eaLnBrk="1" hangingPunct="1" indent="0" latinLnBrk="0" marL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dirty="0" sz="1600" kern="1200" lang="en-US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indent="-285750" latinLnBrk="0" marL="74295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indent="-228600" latinLnBrk="0" marL="1143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indent="-228600" latinLnBrk="0" marL="1600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indent="-228600" latinLnBrk="0" marL="2057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indent="-228600" latinLnBrk="0" marL="2514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indent="-228600" latinLnBrk="0" marL="29718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indent="-228600" latinLnBrk="0" marL="3429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indent="-228600" latinLnBrk="0" marL="3886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 sz="2000" lang="en-GB"/>
          </a:p>
        </p:txBody>
      </p:sp>
      <p:sp>
        <p:nvSpPr>
          <p:cNvPr id="1048632" name="Text Placeholder 30"/>
          <p:cNvSpPr txBox="1"/>
          <p:nvPr/>
        </p:nvSpPr>
        <p:spPr>
          <a:xfrm>
            <a:off x="5076381" y="-5430892"/>
            <a:ext cx="3343561" cy="666078"/>
          </a:xfrm>
          <a:prstGeom prst="rect"/>
        </p:spPr>
        <p:txBody>
          <a:bodyPr bIns="45720" lIns="91440" rIns="91440" rtlCol="0" tIns="45720" vert="horz">
            <a:normAutofit/>
          </a:bodyPr>
          <a:lstStyle>
            <a:lvl1pPr algn="ctr" defTabSz="457200" eaLnBrk="1" hangingPunct="1" indent="0" latinLnBrk="0" marL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dirty="0" sz="1600" kern="1200" lang="en-US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indent="-285750" latinLnBrk="0" marL="74295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indent="-228600" latinLnBrk="0" marL="1143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indent="-228600" latinLnBrk="0" marL="1600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indent="-228600" latinLnBrk="0" marL="2057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indent="-228600" latinLnBrk="0" marL="2514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indent="-228600" latinLnBrk="0" marL="29718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indent="-228600" latinLnBrk="0" marL="3429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indent="-228600" latinLnBrk="0" marL="3886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 sz="2000" lang="en-GB"/>
          </a:p>
        </p:txBody>
      </p:sp>
      <p:sp>
        <p:nvSpPr>
          <p:cNvPr id="1048633" name="Title 3"/>
          <p:cNvSpPr txBox="1"/>
          <p:nvPr/>
        </p:nvSpPr>
        <p:spPr>
          <a:xfrm>
            <a:off x="422959" y="5737443"/>
            <a:ext cx="2981643" cy="830997"/>
          </a:xfrm>
          <a:prstGeom prst="rect"/>
        </p:spPr>
        <p:txBody>
          <a:bodyPr anchor="t" bIns="45720" lIns="91440" rIns="91440" rtlCol="0" tIns="45720" vert="horz">
            <a:normAutofit fontScale="65000" lnSpcReduction="20000"/>
          </a:bodyPr>
          <a:lstStyle>
            <a:lvl1pPr algn="l" defTabSz="457200" eaLnBrk="1" hangingPunct="1" latinLnBrk="0" rtl="0">
              <a:spcBef>
                <a:spcPct val="0"/>
              </a:spcBef>
              <a:buNone/>
              <a:defRPr b="1"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dirty="0" lang="en-GB"/>
              <a:t> </a:t>
            </a:r>
            <a:r>
              <a:rPr altLang="en-GB" b="0" dirty="0" sz="2000" lang="en-US" u="sng">
                <a:solidFill>
                  <a:srgbClr val="0070C0"/>
                </a:solidFill>
              </a:rPr>
              <a:t>https://github.com/deblinabiswas2024-lang/Car-Market-Analysis/tree/main</a:t>
            </a:r>
            <a:endParaRPr b="0" dirty="0" lang="en-IN" u="sng">
              <a:solidFill>
                <a:srgbClr val="0070C0"/>
              </a:solidFill>
            </a:endParaRPr>
          </a:p>
        </p:txBody>
      </p:sp>
      <p:sp>
        <p:nvSpPr>
          <p:cNvPr id="1048634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807164" y="-4526700"/>
            <a:ext cx="4275138" cy="1203720"/>
          </a:xfrm>
        </p:spPr>
        <p:txBody>
          <a:bodyPr/>
          <a:p>
            <a:pPr indent="0" marL="0">
              <a:buNone/>
            </a:pPr>
            <a:r>
              <a:rPr dirty="0" lang="en-US"/>
              <a:t>[Add screen shots of your code ]</a:t>
            </a:r>
            <a:endParaRPr dirty="0" lang="en-IN"/>
          </a:p>
        </p:txBody>
      </p:sp>
      <p:pic>
        <p:nvPicPr>
          <p:cNvPr id="2097155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5294780" y="0"/>
            <a:ext cx="3125162" cy="6858000"/>
          </a:xfrm>
          <a:prstGeom prst="rect"/>
        </p:spPr>
      </p:pic>
      <p:pic>
        <p:nvPicPr>
          <p:cNvPr id="2097156" name="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>
            <a:off x="8685644" y="-193040"/>
            <a:ext cx="3125162" cy="7186631"/>
          </a:xfrm>
          <a:prstGeom prst="rect"/>
        </p:spPr>
      </p:pic>
      <p:pic>
        <p:nvPicPr>
          <p:cNvPr id="2097157" name=""/>
          <p:cNvPicPr>
            <a:picLocks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>
            <a:off x="299313" y="1201585"/>
            <a:ext cx="4493465" cy="2814880"/>
          </a:xfrm>
          <a:prstGeom prst="rect"/>
        </p:spPr>
      </p:pic>
      <p:sp>
        <p:nvSpPr>
          <p:cNvPr id="1048635" name=""/>
          <p:cNvSpPr txBox="1"/>
          <p:nvPr/>
        </p:nvSpPr>
        <p:spPr>
          <a:xfrm>
            <a:off x="422959" y="4402182"/>
            <a:ext cx="4000000" cy="1107441"/>
          </a:xfrm>
          <a:prstGeom prst="rect"/>
        </p:spPr>
        <p:txBody>
          <a:bodyPr rtlCol="0" wrap="square">
            <a:spAutoFit/>
          </a:bodyPr>
          <a:p>
            <a:r>
              <a:rPr altLang="en-GB" sz="1400" lang="en-US">
                <a:solidFill>
                  <a:srgbClr val="000000"/>
                </a:solidFill>
              </a:rPr>
              <a:t>Key Bullet Insights:</a:t>
            </a:r>
            <a:endParaRPr sz="1200" lang="en-GB">
              <a:solidFill>
                <a:srgbClr val="000000"/>
              </a:solidFill>
            </a:endParaRPr>
          </a:p>
          <a:p>
            <a:r>
              <a:rPr altLang="en-GB" sz="1400" lang="en-US">
                <a:solidFill>
                  <a:srgbClr val="000000"/>
                </a:solidFill>
              </a:rPr>
              <a:t>Diesel vehicles have a higher average resale price compared to Petrol and CNG vehicles.</a:t>
            </a:r>
            <a:endParaRPr sz="1200" lang="en-GB">
              <a:solidFill>
                <a:srgbClr val="000000"/>
              </a:solidFill>
            </a:endParaRPr>
          </a:p>
          <a:p>
            <a:r>
              <a:rPr altLang="en-GB" sz="1400" lang="en-US">
                <a:solidFill>
                  <a:srgbClr val="000000"/>
                </a:solidFill>
              </a:rPr>
              <a:t>Vehicle age has a strong negative correlation with selling price due to annual depreciation.</a:t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"/>
                                        <p:tgtEl>
                                          <p:spTgt spid="104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">
                      <p:stCondLst>
                        <p:cond delay="indefinite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2" nodePh="1" nodeType="clickEffect" presetClass="entr" presetID="42" presetSubtype="0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14"/>
                                        <p:tgtEl>
                                          <p:spTgt spid="10486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48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6"/>
                                        <p:tgtEl>
                                          <p:spTgt spid="1048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9" nodePh="1" nodeType="clickEffect" presetClass="entr" presetID="42" presetSubtype="0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21"/>
                                        <p:tgtEl>
                                          <p:spTgt spid="10486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22"/>
                                        <p:tgtEl>
                                          <p:spTgt spid="1048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23"/>
                                        <p:tgtEl>
                                          <p:spTgt spid="1048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4">
                      <p:stCondLst>
                        <p:cond delay="indefinite"/>
                      </p:stCondLst>
                      <p:childTnLst>
                        <p:par>
                          <p:cTn fill="hold" id="25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6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28"/>
                                        <p:tgtEl>
                                          <p:spTgt spid="1048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29"/>
                                        <p:tgtEl>
                                          <p:spTgt spid="1048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30"/>
                                        <p:tgtEl>
                                          <p:spTgt spid="1048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0" grpId="0"/>
      <p:bldP spid="1048631" grpId="0"/>
      <p:bldP spid="1048632" grpId="0"/>
      <p:bldP spid="104863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4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/>
        </p:spPr>
      </p:pic>
      <p:sp>
        <p:nvSpPr>
          <p:cNvPr id="1048598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p>
            <a:r>
              <a:rPr dirty="0" lang="en-GB"/>
              <a:t>RESULTS </a:t>
            </a:r>
            <a:endParaRPr dirty="0" lang="en-IN"/>
          </a:p>
        </p:txBody>
      </p:sp>
      <p:sp>
        <p:nvSpPr>
          <p:cNvPr id="1048599" name="Text Placeholder 30"/>
          <p:cNvSpPr txBox="1"/>
          <p:nvPr/>
        </p:nvSpPr>
        <p:spPr>
          <a:xfrm>
            <a:off x="2398719" y="-3582917"/>
            <a:ext cx="3343561" cy="666078"/>
          </a:xfrm>
          <a:prstGeom prst="rect"/>
        </p:spPr>
        <p:txBody>
          <a:bodyPr bIns="45720" lIns="91440" rIns="91440" rtlCol="0" tIns="45720" vert="horz">
            <a:normAutofit/>
          </a:bodyPr>
          <a:lstStyle>
            <a:lvl1pPr algn="ctr" defTabSz="457200" eaLnBrk="1" hangingPunct="1" indent="0" latinLnBrk="0" marL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dirty="0" sz="1600" kern="1200" lang="en-US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indent="-285750" latinLnBrk="0" marL="74295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indent="-228600" latinLnBrk="0" marL="1143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indent="-228600" latinLnBrk="0" marL="1600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indent="-228600" latinLnBrk="0" marL="2057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indent="-228600" latinLnBrk="0" marL="2514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indent="-228600" latinLnBrk="0" marL="29718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indent="-228600" latinLnBrk="0" marL="3429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indent="-228600" latinLnBrk="0" marL="3886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 sz="2000" lang="en-GB"/>
          </a:p>
        </p:txBody>
      </p:sp>
      <p:sp>
        <p:nvSpPr>
          <p:cNvPr id="1048600" name="Text Placeholder 30"/>
          <p:cNvSpPr txBox="1"/>
          <p:nvPr/>
        </p:nvSpPr>
        <p:spPr>
          <a:xfrm>
            <a:off x="5082301" y="-2412312"/>
            <a:ext cx="3343561" cy="666078"/>
          </a:xfrm>
          <a:prstGeom prst="rect"/>
        </p:spPr>
        <p:txBody>
          <a:bodyPr bIns="45720" lIns="91440" rIns="91440" rtlCol="0" tIns="45720" vert="horz">
            <a:normAutofit/>
          </a:bodyPr>
          <a:lstStyle>
            <a:lvl1pPr algn="ctr" defTabSz="457200" eaLnBrk="1" hangingPunct="1" indent="0" latinLnBrk="0" marL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dirty="0" sz="1600" kern="1200" lang="en-US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indent="-285750" latinLnBrk="0" marL="74295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indent="-228600" latinLnBrk="0" marL="1143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indent="-228600" latinLnBrk="0" marL="1600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indent="-228600" latinLnBrk="0" marL="2057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indent="-228600" latinLnBrk="0" marL="2514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indent="-228600" latinLnBrk="0" marL="29718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indent="-228600" latinLnBrk="0" marL="3429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indent="-228600" latinLnBrk="0" marL="3886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 sz="2000" lang="en-GB"/>
          </a:p>
        </p:txBody>
      </p:sp>
      <p:sp>
        <p:nvSpPr>
          <p:cNvPr id="1048601" name="Title 3"/>
          <p:cNvSpPr txBox="1"/>
          <p:nvPr/>
        </p:nvSpPr>
        <p:spPr>
          <a:xfrm>
            <a:off x="422959" y="5737443"/>
            <a:ext cx="2981643" cy="830997"/>
          </a:xfrm>
          <a:prstGeom prst="rect"/>
        </p:spPr>
        <p:txBody>
          <a:bodyPr anchor="t" bIns="45720" lIns="91440" rIns="91440" rtlCol="0" tIns="45720" vert="horz">
            <a:normAutofit fontScale="65000" lnSpcReduction="20000"/>
          </a:bodyPr>
          <a:lstStyle>
            <a:lvl1pPr algn="l" defTabSz="457200" eaLnBrk="1" hangingPunct="1" latinLnBrk="0" rtl="0">
              <a:spcBef>
                <a:spcPct val="0"/>
              </a:spcBef>
              <a:buNone/>
              <a:defRPr b="1"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dirty="0" lang="en-GB"/>
              <a:t> </a:t>
            </a:r>
            <a:r>
              <a:rPr altLang="en-GB" b="0" dirty="0" sz="2000" lang="en-US" u="sng">
                <a:solidFill>
                  <a:srgbClr val="0070C0"/>
                </a:solidFill>
              </a:rPr>
              <a:t>https://github.com/deblinabiswas2024-lang/Car-Market-Analysis/tree/main</a:t>
            </a:r>
            <a:endParaRPr b="0" dirty="0" lang="en-IN" u="sng">
              <a:solidFill>
                <a:srgbClr val="0070C0"/>
              </a:solidFill>
            </a:endParaRPr>
          </a:p>
        </p:txBody>
      </p:sp>
      <p:sp>
        <p:nvSpPr>
          <p:cNvPr id="104860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747519" y="-2651072"/>
            <a:ext cx="4275138" cy="477520"/>
          </a:xfrm>
        </p:spPr>
        <p:txBody>
          <a:bodyPr/>
          <a:p>
            <a:pPr indent="0" marL="0">
              <a:buNone/>
            </a:pPr>
            <a:r>
              <a:rPr dirty="0" lang="en-US"/>
              <a:t>[Add screen shots of your code ]</a:t>
            </a:r>
            <a:endParaRPr dirty="0" lang="en-IN"/>
          </a:p>
        </p:txBody>
      </p:sp>
      <p:pic>
        <p:nvPicPr>
          <p:cNvPr id="2097170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5300700" y="0"/>
            <a:ext cx="3125162" cy="6858000"/>
          </a:xfrm>
          <a:prstGeom prst="rect"/>
        </p:spPr>
      </p:pic>
      <p:pic>
        <p:nvPicPr>
          <p:cNvPr id="2097171" name="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>
            <a:off x="8735944" y="109227"/>
            <a:ext cx="3125162" cy="6555732"/>
          </a:xfrm>
          <a:prstGeom prst="rect"/>
        </p:spPr>
      </p:pic>
      <p:pic>
        <p:nvPicPr>
          <p:cNvPr id="2097172" name=""/>
          <p:cNvPicPr>
            <a:picLocks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21600000">
            <a:off x="-144607" y="1201585"/>
            <a:ext cx="5086652" cy="3051778"/>
          </a:xfrm>
          <a:prstGeom prst="rect"/>
        </p:spPr>
      </p:pic>
      <p:sp>
        <p:nvSpPr>
          <p:cNvPr id="1048781" name=""/>
          <p:cNvSpPr txBox="1"/>
          <p:nvPr/>
        </p:nvSpPr>
        <p:spPr>
          <a:xfrm>
            <a:off x="92621" y="4650171"/>
            <a:ext cx="5452920" cy="1297940"/>
          </a:xfrm>
          <a:prstGeom prst="rect"/>
        </p:spPr>
        <p:txBody>
          <a:bodyPr rtlCol="0" wrap="square">
            <a:spAutoFit/>
          </a:bodyPr>
          <a:p>
            <a:r>
              <a:rPr altLang="en-GB" sz="1600" lang="en-US">
                <a:solidFill>
                  <a:srgbClr val="000000"/>
                </a:solidFill>
              </a:rPr>
              <a:t>Price Concentration: Most cars sell below 5 Lakhs.Right-Skewed Data: Distribution peaks at lower price brackets.Premium Outliers: Elite luxury models reach up to 33 Lakhs.Budget Dominance: Affordable options drive total market volume.</a:t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"/>
                                        <p:tgtEl>
                                          <p:spTgt spid="104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">
                      <p:stCondLst>
                        <p:cond delay="indefinite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2" nodePh="1" nodeType="clickEffect" presetClass="entr" presetID="42" presetSubtype="0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14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6"/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9" nodePh="1" nodeType="clickEffect" presetClass="entr" presetID="42" presetSubtype="0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21"/>
                                        <p:tgtEl>
                                          <p:spTgt spid="10486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22"/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23"/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4">
                      <p:stCondLst>
                        <p:cond delay="indefinite"/>
                      </p:stCondLst>
                      <p:childTnLst>
                        <p:par>
                          <p:cTn fill="hold" id="25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6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28"/>
                                        <p:tgtEl>
                                          <p:spTgt spid="1048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29"/>
                                        <p:tgtEl>
                                          <p:spTgt spid="1048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30"/>
                                        <p:tgtEl>
                                          <p:spTgt spid="1048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8" grpId="0"/>
      <p:bldP spid="1048599" grpId="0"/>
      <p:bldP spid="1048600" grpId="0"/>
      <p:bldP spid="104860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>
          <a:xfrm>
            <a:off x="425999" y="3078943"/>
            <a:ext cx="11340000" cy="700114"/>
          </a:xfrm>
          <a:prstGeom prst="rect"/>
        </p:spPr>
        <p:txBody>
          <a:bodyPr anchor="ctr">
            <a:noAutofit/>
          </a:bodyPr>
          <a:p>
            <a:pPr algn="ctr"/>
            <a:r>
              <a:rPr b="1" dirty="0" sz="7200" lang="en-US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048623" name="Text Placeholder 30"/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p>
            <a:r>
              <a:rPr dirty="0" lang="en-US"/>
              <a:t>.</a:t>
            </a:r>
          </a:p>
        </p:txBody>
      </p:sp>
      <p:sp>
        <p:nvSpPr>
          <p:cNvPr id="1048624" name="Text Placeholder 28"/>
          <p:cNvSpPr txBox="1"/>
          <p:nvPr/>
        </p:nvSpPr>
        <p:spPr>
          <a:xfrm>
            <a:off x="675956" y="-3552605"/>
            <a:ext cx="2596574" cy="453919"/>
          </a:xfrm>
          <a:prstGeom prst="rect"/>
        </p:spPr>
        <p:txBody>
          <a:bodyPr bIns="45720" lIns="91440" rIns="91440" rtlCol="0" tIns="45720" vert="horz">
            <a:normAutofit lnSpcReduction="10000"/>
          </a:bodyPr>
          <a:lstStyle>
            <a:lvl1pPr algn="ctr" defTabSz="457200" eaLnBrk="1" hangingPunct="1" indent="0" latinLnBrk="0" marL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b="1" dirty="0" sz="2000" kern="1200" lang="en-US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algn="l" defTabSz="457200" eaLnBrk="1" hangingPunct="1" indent="-285750" latinLnBrk="0" marL="74295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indent="-228600" latinLnBrk="0" marL="1143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indent="-228600" latinLnBrk="0" marL="1600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indent="-228600" latinLnBrk="0" marL="2057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indent="-228600" latinLnBrk="0" marL="2514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indent="-228600" latinLnBrk="0" marL="29718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indent="-228600" latinLnBrk="0" marL="3429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indent="-228600" latinLnBrk="0" marL="3886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 sz="2400" lang="en-IN"/>
          </a:p>
        </p:txBody>
      </p:sp>
      <p:sp>
        <p:nvSpPr>
          <p:cNvPr id="1048625" name="Text Placeholder 28"/>
          <p:cNvSpPr txBox="1"/>
          <p:nvPr/>
        </p:nvSpPr>
        <p:spPr>
          <a:xfrm flipV="1">
            <a:off x="2507586" y="-3480611"/>
            <a:ext cx="5442496" cy="854671"/>
          </a:xfrm>
          <a:prstGeom prst="rect"/>
        </p:spPr>
        <p:txBody>
          <a:bodyPr bIns="45720" lIns="91440" rIns="91440" rtlCol="0" tIns="45720" vert="horz">
            <a:normAutofit/>
          </a:bodyPr>
          <a:lstStyle>
            <a:lvl1pPr algn="ctr" defTabSz="457200" eaLnBrk="1" hangingPunct="1" indent="0" latinLnBrk="0" marL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b="1" dirty="0" sz="2000" kern="1200" lang="en-US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algn="l" defTabSz="457200" eaLnBrk="1" hangingPunct="1" indent="-285750" latinLnBrk="0" marL="74295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indent="-228600" latinLnBrk="0" marL="1143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indent="-228600" latinLnBrk="0" marL="1600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indent="-228600" latinLnBrk="0" marL="2057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indent="-228600" latinLnBrk="0" marL="2514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indent="-228600" latinLnBrk="0" marL="29718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indent="-228600" latinLnBrk="0" marL="3429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indent="-228600" latinLnBrk="0" marL="3886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 sz="2200" lang="en-IN"/>
          </a:p>
        </p:txBody>
      </p:sp>
      <p:sp>
        <p:nvSpPr>
          <p:cNvPr id="1048626" name="Text Placeholder 28"/>
          <p:cNvSpPr txBox="1"/>
          <p:nvPr/>
        </p:nvSpPr>
        <p:spPr>
          <a:xfrm>
            <a:off x="8362923" y="-4490646"/>
            <a:ext cx="2596574" cy="453919"/>
          </a:xfrm>
          <a:prstGeom prst="rect"/>
        </p:spPr>
        <p:txBody>
          <a:bodyPr bIns="45720" lIns="91440" rIns="91440" rtlCol="0" tIns="45720" vert="horz">
            <a:normAutofit/>
          </a:bodyPr>
          <a:lstStyle>
            <a:lvl1pPr algn="ctr" defTabSz="457200" eaLnBrk="1" hangingPunct="1" indent="0" latinLnBrk="0" marL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b="1" dirty="0" sz="2000" kern="1200" lang="en-US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algn="l" defTabSz="457200" eaLnBrk="1" hangingPunct="1" indent="-285750" latinLnBrk="0" marL="74295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indent="-228600" latinLnBrk="0" marL="1143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indent="-228600" latinLnBrk="0" marL="1600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indent="-228600" latinLnBrk="0" marL="2057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indent="-228600" latinLnBrk="0" marL="2514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indent="-228600" latinLnBrk="0" marL="29718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indent="-228600" latinLnBrk="0" marL="3429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indent="-228600" latinLnBrk="0" marL="3886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 sz="2200" lang="en-IN"/>
          </a:p>
        </p:txBody>
      </p:sp>
      <p:sp>
        <p:nvSpPr>
          <p:cNvPr id="1048627" name="Text Placeholder 30"/>
          <p:cNvSpPr txBox="1"/>
          <p:nvPr/>
        </p:nvSpPr>
        <p:spPr>
          <a:xfrm>
            <a:off x="6423356" y="11431015"/>
            <a:ext cx="2139695" cy="1108635"/>
          </a:xfrm>
          <a:prstGeom prst="rect"/>
        </p:spPr>
        <p:txBody>
          <a:bodyPr bIns="45720" lIns="91440" rIns="91440" rtlCol="0" tIns="45720" vert="horz">
            <a:normAutofit/>
          </a:bodyPr>
          <a:lstStyle>
            <a:lvl1pPr algn="ctr" defTabSz="457200" eaLnBrk="1" hangingPunct="1" indent="0" latinLnBrk="0" marL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dirty="0" sz="1600" kern="1200" lang="en-US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indent="-285750" latinLnBrk="0" marL="74295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indent="-228600" latinLnBrk="0" marL="1143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indent="-228600" latinLnBrk="0" marL="1600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indent="-228600" latinLnBrk="0" marL="2057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indent="-228600" latinLnBrk="0" marL="2514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indent="-228600" latinLnBrk="0" marL="29718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indent="-228600" latinLnBrk="0" marL="3429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indent="-228600" latinLnBrk="0" marL="3886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 lang="en-GB"/>
          </a:p>
        </p:txBody>
      </p:sp>
      <p:sp>
        <p:nvSpPr>
          <p:cNvPr id="1048628" name="Text Placeholder 30"/>
          <p:cNvSpPr txBox="1"/>
          <p:nvPr/>
        </p:nvSpPr>
        <p:spPr>
          <a:xfrm>
            <a:off x="8591363" y="4641925"/>
            <a:ext cx="2139695" cy="1108635"/>
          </a:xfrm>
          <a:prstGeom prst="rect"/>
        </p:spPr>
        <p:txBody>
          <a:bodyPr bIns="45720" lIns="91440" rIns="91440" rtlCol="0" tIns="45720" vert="horz">
            <a:normAutofit/>
          </a:bodyPr>
          <a:lstStyle>
            <a:lvl1pPr algn="ctr" defTabSz="457200" eaLnBrk="1" hangingPunct="1" indent="0" latinLnBrk="0" marL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dirty="0" sz="1600" kern="1200" lang="en-US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indent="-285750" latinLnBrk="0" marL="74295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indent="-228600" latinLnBrk="0" marL="1143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indent="-228600" latinLnBrk="0" marL="1600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indent="-228600" latinLnBrk="0" marL="2057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indent="-228600" latinLnBrk="0" marL="2514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indent="-228600" latinLnBrk="0" marL="29718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indent="-228600" latinLnBrk="0" marL="3429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indent="-228600" latinLnBrk="0" marL="3886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 lang="en-GB"/>
              <a:t>.</a:t>
            </a:r>
          </a:p>
        </p:txBody>
      </p:sp>
      <p:pic>
        <p:nvPicPr>
          <p:cNvPr id="2097153" name="Picture 14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/>
        </p:spPr>
      </p:pic>
      <p:sp>
        <p:nvSpPr>
          <p:cNvPr id="104862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283660" y="11086703"/>
            <a:ext cx="2139696" cy="344312"/>
          </a:xfrm>
        </p:spPr>
        <p:txBody>
          <a:bodyPr>
            <a:normAutofit fontScale="92500" lnSpcReduction="20000"/>
          </a:bodyPr>
          <a:p>
            <a:endParaRPr dirty="0" lang="en-IN"/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"/>
                                        <p:tgtEl>
                                          <p:spTgt spid="104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">
                      <p:stCondLst>
                        <p:cond delay="indefinite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2" nodePh="1" nodeType="clickEffect" presetClass="entr" presetID="12" presetSubtype="4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id="14"/>
                                        <p:tgtEl>
                                          <p:spTgt spid="1048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dur="500" id="15"/>
                                        <p:tgtEl>
                                          <p:spTgt spid="104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6">
                      <p:stCondLst>
                        <p:cond delay="indefinite"/>
                      </p:stCondLst>
                      <p:childTnLst>
                        <p:par>
                          <p:cTn fill="hold" id="17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8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id="20"/>
                                        <p:tgtEl>
                                          <p:spTgt spid="1048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dur="500" id="21"/>
                                        <p:tgtEl>
                                          <p:spTgt spid="1048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2">
                      <p:stCondLst>
                        <p:cond delay="indefinite"/>
                      </p:stCondLst>
                      <p:childTnLst>
                        <p:par>
                          <p:cTn fill="hold" id="23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4" nodePh="1" nodeType="clickEffect" presetClass="entr" presetID="12" presetSubtype="4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dur="1" fill="hold" id="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id="26"/>
                                        <p:tgtEl>
                                          <p:spTgt spid="1048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dur="500" id="27"/>
                                        <p:tgtEl>
                                          <p:spTgt spid="104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8">
                      <p:stCondLst>
                        <p:cond delay="indefinite"/>
                      </p:stCondLst>
                      <p:childTnLst>
                        <p:par>
                          <p:cTn fill="hold" id="29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0" nodePh="1" nodeType="clickEffect" presetClass="entr" presetID="12" presetSubtype="4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dur="1" fill="hold" id="3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id="32"/>
                                        <p:tgtEl>
                                          <p:spTgt spid="1048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dur="500" id="33"/>
                                        <p:tgtEl>
                                          <p:spTgt spid="104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4">
                      <p:stCondLst>
                        <p:cond delay="indefinite"/>
                      </p:stCondLst>
                      <p:childTnLst>
                        <p:par>
                          <p:cTn fill="hold" id="35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6" nodePh="1" nodeType="clickEffect" presetClass="entr" presetID="12" presetSubtype="4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dur="1" fill="hold" id="3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id="38"/>
                                        <p:tgtEl>
                                          <p:spTgt spid="1048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dur="500" id="39"/>
                                        <p:tgtEl>
                                          <p:spTgt spid="104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0">
                      <p:stCondLst>
                        <p:cond delay="indefinite"/>
                      </p:stCondLst>
                      <p:childTnLst>
                        <p:par>
                          <p:cTn fill="hold" id="41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42" nodeType="click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id="44"/>
                                        <p:tgtEl>
                                          <p:spTgt spid="1048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dur="500" id="45"/>
                                        <p:tgtEl>
                                          <p:spTgt spid="104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22" grpId="0"/>
      <p:bldP spid="1048623" grpId="0" build="p"/>
      <p:bldP spid="1048624" grpId="0"/>
      <p:bldP spid="1048625" grpId="0"/>
      <p:bldP spid="1048626" grpId="0"/>
      <p:bldP spid="1048627" grpId="0"/>
      <p:bldP spid="1048628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lastClr="000000" val="windowText"/>
      </a:dk1>
      <a:lt1>
        <a:sysClr lastClr="FFFFFF" val="window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r="5400000" dist="254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r="5400000" dist="381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l" rig="threePt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MASKED HUNTERS</dc:title>
  <dc:creator>Venkataswamy</dc:creator>
  <cp:lastModifiedBy>Aswini Kumar Motapothula</cp:lastModifiedBy>
  <dcterms:created xsi:type="dcterms:W3CDTF">2021-07-10T15:13:15Z</dcterms:created>
  <dcterms:modified xsi:type="dcterms:W3CDTF">2026-08-31T17:55:32Z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3319eb462c5d427cb0fa357e61f11057_23</vt:lpwstr>
  </property>
</Properties>
</file>